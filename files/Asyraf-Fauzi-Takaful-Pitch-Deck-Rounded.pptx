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6517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3108960" cy="365760"/>
          </a:xfrm>
          <a:prstGeom prst="roundRect">
            <a:avLst>
              <a:gd name="adj" fmla="val 45000"/>
            </a:avLst>
          </a:prstGeom>
          <a:solidFill>
            <a:srgbClr val="DCEFE2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100% Shariah-compliant · backed by Zurich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1792" y="22402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Smart, halal </a:t>
            </a:r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your family's future.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Hj. Asyraf Fauzi — authorised Zurich Takaful specialist with 10+ years helping families and business owners across Kuala Lumpur and the East Coast.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5669280"/>
            <a:ext cx="2468880" cy="566928"/>
          </a:xfrm>
          <a:prstGeom prst="roundRect">
            <a:avLst>
              <a:gd name="adj" fmla="val 48387"/>
            </a:avLst>
          </a:prstGeom>
          <a:solidFill>
            <a:srgbClr val="09090B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669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consultation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5669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+60 89 003 244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80960" y="640080"/>
            <a:ext cx="3867912" cy="5577840"/>
          </a:xfrm>
          <a:prstGeom prst="roundRect">
            <a:avLst>
              <a:gd name="adj" fmla="val 9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82128" y="841248"/>
            <a:ext cx="3465576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023360" cy="5577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1248" y="841248"/>
            <a:ext cx="3621024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41248" y="5029200"/>
            <a:ext cx="2600554" cy="310896"/>
          </a:xfrm>
          <a:prstGeom prst="roundRect">
            <a:avLst>
              <a:gd name="adj" fmla="val 35294"/>
            </a:avLst>
          </a:prstGeom>
          <a:solidFill>
            <a:srgbClr val="F4F4F5"/>
          </a:solidFill>
          <a:ln/>
        </p:spPr>
      </p:sp>
      <p:sp>
        <p:nvSpPr>
          <p:cNvPr id="5" name="Text 2"/>
          <p:cNvSpPr/>
          <p:nvPr/>
        </p:nvSpPr>
        <p:spPr>
          <a:xfrm>
            <a:off x="841248" y="5029200"/>
            <a:ext cx="26005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Director · Gemilang Empire ZFN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YOUR ADVISOR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01768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trusted advice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029200" y="1965960"/>
            <a:ext cx="649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authorised Zurich Takaful specialist and Agency Director of Gemilang Empire ZFN, I serve families and business owners across Kuala Lumpur and the East Coast. My approach is simple: listen first, explain clearly, and recommend only what genuinely fits your needs and budget.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0" y="3611880"/>
            <a:ext cx="2029968" cy="1234440"/>
          </a:xfrm>
          <a:prstGeom prst="roundRect">
            <a:avLst>
              <a:gd name="adj" fmla="val 1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37673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120640" y="4370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experience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242048" y="3611880"/>
            <a:ext cx="2029968" cy="1234440"/>
          </a:xfrm>
          <a:prstGeom prst="roundRect">
            <a:avLst>
              <a:gd name="adj" fmla="val 1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42048" y="37673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33488" y="4370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'22 &amp; '23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454896" y="3611880"/>
            <a:ext cx="2029968" cy="1234440"/>
          </a:xfrm>
          <a:prstGeom prst="roundRect">
            <a:avLst>
              <a:gd name="adj" fmla="val 1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454896" y="3767328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RM1M+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546336" y="437083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volume 2021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0" y="5120640"/>
            <a:ext cx="2205533" cy="310896"/>
          </a:xfrm>
          <a:prstGeom prst="roundRect">
            <a:avLst>
              <a:gd name="adj" fmla="val 35294"/>
            </a:avLst>
          </a:prstGeom>
          <a:solidFill>
            <a:srgbClr val="F4F4F5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5120640"/>
            <a:ext cx="22055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Authorised Zurich Takaful agent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371893" y="5120640"/>
            <a:ext cx="1152144" cy="310896"/>
          </a:xfrm>
          <a:prstGeom prst="roundRect">
            <a:avLst>
              <a:gd name="adj" fmla="val 35294"/>
            </a:avLst>
          </a:prstGeom>
          <a:solidFill>
            <a:srgbClr val="F4F4F5"/>
          </a:solidFill>
          <a:ln/>
        </p:spPr>
      </p:sp>
      <p:sp>
        <p:nvSpPr>
          <p:cNvPr id="21" name="Text 18"/>
          <p:cNvSpPr/>
          <p:nvPr/>
        </p:nvSpPr>
        <p:spPr>
          <a:xfrm>
            <a:off x="7371893" y="512064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&amp; East Coast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661197" y="5120640"/>
            <a:ext cx="1217981" cy="310896"/>
          </a:xfrm>
          <a:prstGeom prst="roundRect">
            <a:avLst>
              <a:gd name="adj" fmla="val 35294"/>
            </a:avLst>
          </a:prstGeom>
          <a:solidFill>
            <a:srgbClr val="F4F4F5"/>
          </a:solidFill>
          <a:ln/>
        </p:spPr>
      </p:sp>
      <p:sp>
        <p:nvSpPr>
          <p:cNvPr id="23" name="Text 20"/>
          <p:cNvSpPr/>
          <p:nvPr/>
        </p:nvSpPr>
        <p:spPr>
          <a:xfrm>
            <a:off x="8661197" y="5120640"/>
            <a:ext cx="12179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 · EN · Arabic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PROTECTION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unexpected event can undo years of saving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347472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4F4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658" y="27925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medical bills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hospital costs in Malaysia keep climbing — one admission can run into tens of thousands of ringgit.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286000"/>
            <a:ext cx="3520440" cy="347472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6060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4F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698" y="27925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protection gap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931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rely only on EPF or employer cover, which often stops the moment a job — or a life — changes.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2286000"/>
            <a:ext cx="3520440" cy="347472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6060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4F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27925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family's future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319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plan, loved ones may inherit debt and uncertainty instead of security and a clear, halal legacy.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ISLAMIC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Takaful: protection built on cooperation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replaces the interest, uncertainty and speculation of conventional insurance with mutual donation (tabarru') and shared responsibility. Participants help one another from a cooperative fund — protection practised as an act of brotherhood.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2011680"/>
            <a:ext cx="5120640" cy="914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29400" y="221284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6EAE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295" y="2335743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2157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Riba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0" y="25146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interest in how the fund is managed or invested.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3090672"/>
            <a:ext cx="5120640" cy="914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329184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6EAE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295" y="341473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32369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Gharar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15200" y="3593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terms or excessive uncertainty.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4169664"/>
            <a:ext cx="5120640" cy="9144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9400" y="4370832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6EAE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295" y="449372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Maysir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315200" y="46725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gambling or speculation with your protection.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30556"/>
            </a:avLst>
          </a:prstGeom>
          <a:solidFill>
            <a:srgbClr val="09090B"/>
          </a:solidFill>
          <a:ln/>
        </p:spPr>
      </p:sp>
      <p:sp>
        <p:nvSpPr>
          <p:cNvPr id="21" name="Text 16"/>
          <p:cNvSpPr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Zurich Takaful Malaysia   ·   </a:t>
            </a:r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by Bank Negara Malaysia   ·   PIDM protected   ·   Dedicated Shariah Committee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HELP YOU WITH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pillars of protection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066544" cy="310896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7592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3157" y="2690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4290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71216" y="2194560"/>
            <a:ext cx="2066544" cy="310896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93" y="26901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34290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&amp; Family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62656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102352" y="2194560"/>
            <a:ext cx="2066544" cy="310896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69864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29" y="26901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34290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&amp; Investment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193792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7333488" y="2194560"/>
            <a:ext cx="2066544" cy="310896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000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565" y="269016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4928" y="34290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Accident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24928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9564624" y="2194560"/>
            <a:ext cx="2066544" cy="3108960"/>
          </a:xfrm>
          <a:prstGeom prst="roundRect">
            <a:avLst>
              <a:gd name="adj" fmla="val 12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32136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701" y="269016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3429000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656064" y="429768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plan is Shariah-compliant and underwritten by Zurich Takaful Malaysia.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— MEDICAL TAKAFUL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choose between your health and your savings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limits up to RM2,000,000 — no lifetime cap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Cashless admission at panel hospitals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 &amp; post-hospitalisation, day-care &amp; dialysis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renewable up to age 80
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0" y="2194560"/>
            <a:ext cx="4663440" cy="1554480"/>
          </a:xfrm>
          <a:prstGeom prst="roundRect">
            <a:avLst>
              <a:gd name="adj" fmla="val 17647"/>
            </a:avLst>
          </a:prstGeom>
          <a:solidFill>
            <a:srgbClr val="09090B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0" y="23957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RM2,000,000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0" y="3108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medical limit · no lifetime 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76288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0" y="4343400"/>
            <a:ext cx="2240280" cy="50292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0" y="4343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MediPro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4343400"/>
            <a:ext cx="2240280" cy="50292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35440" y="4343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MediAfya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4983480"/>
            <a:ext cx="2240280" cy="50292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Z-MedProtect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35440" y="4983480"/>
            <a:ext cx="2240280" cy="50292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0" y="4983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MediCash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— HIBAH &amp; FAMILY TAKAFUL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gift of certainty for the people you love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19456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Death, Total &amp; Permanent Disability and Golden Age Disability cover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Shariah-compliant hibah — pass on your benefit clearly, no disputes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Hajj, Umrah, children's education and retirement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F9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illness &amp; income-protection add-ons
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0" y="2194560"/>
            <a:ext cx="3749040" cy="292608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0" y="2560320"/>
            <a:ext cx="2651760" cy="2651760"/>
          </a:xfrm>
          <a:prstGeom prst="roundRect">
            <a:avLst>
              <a:gd name="adj" fmla="val 13793"/>
            </a:avLst>
          </a:prstGeom>
          <a:solidFill>
            <a:srgbClr val="F4F4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7462" y="3196742"/>
            <a:ext cx="1378915" cy="13789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36576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ProSecure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Al-Shams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Term 80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Takaful SureCover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PILLARS 3–5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Savings, accident &amp; motor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365760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5" y="269016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&amp; Investment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Investment-linked growth + protection. Education &amp; retirement. Shariah funds.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ProInvest · Mumtaz · Executive20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2194560"/>
            <a:ext cx="3566160" cy="365760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05" y="269016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Accident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for injury, disablement or accidental death. Yearly renewable.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Sentinel V3 Plus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2194560"/>
            <a:ext cx="3502152" cy="3657600"/>
          </a:xfrm>
          <a:prstGeom prst="roundRect">
            <a:avLst>
              <a:gd name="adj" fmla="val 73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51460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269016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Takaful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66760" y="379476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up to RM175k/car from ~RM15/yr. Flood add-on, unlimited courtesy car.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Z-Driver · Z-Drive Assist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protected is simple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194560" y="25603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125" y="273588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talk through your needs, family and budget — no pressure.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12464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4992624" y="25603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189" y="273588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12464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plan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12464" y="3931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Shariah-compliant options that fit you.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36208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10528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7790688" y="25603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253" y="273588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10528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with ease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510528" y="3931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paperwork, fully guided from start to finish.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34272" y="22860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08592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10588752" y="256032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F4F4F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317" y="2735885"/>
            <a:ext cx="380390" cy="3803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08592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support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08592" y="39319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claims help and updates whenever you need.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trusted advice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6032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in takaful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38144" y="2286000"/>
            <a:ext cx="256032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8144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RM1M+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9584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volume, 2021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2286000"/>
            <a:ext cx="256032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Producer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34272" y="2286000"/>
            <a:ext cx="2560320" cy="19202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2606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25712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Shariah-compliant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7548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300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Personal Producer 2022 &amp; 2023  ·  RM1 Million Agency milestone 2021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10908792" cy="5212080"/>
          </a:xfrm>
          <a:prstGeom prst="roundRect">
            <a:avLst>
              <a:gd name="adj" fmla="val 7018"/>
            </a:avLst>
          </a:prstGeom>
          <a:solidFill>
            <a:srgbClr val="09090B"/>
          </a:solidFill>
          <a:ln/>
          <a:effectLst>
            <a:outerShdw sx="100000" sy="100000" kx="0" ky="0" algn="bl" rotWithShape="0" blurRad="127000" dist="38100" dir="5400000">
              <a:srgbClr val="6B6B6B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80160" y="1371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your protection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8016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free, no-obligation consultation — in person across KL &amp; the East Coast, or online.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3108960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1A1A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055" y="323185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310896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/ WhatsApp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+60 89 003 244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80160" y="382219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1A1A1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55" y="3945087"/>
            <a:ext cx="266273" cy="26627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3822192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maf.zurichtakaful@gmail.com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280160" y="4535424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1A1A1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055" y="4658319"/>
            <a:ext cx="266273" cy="2662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65960" y="4535424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area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Kuala Lumpur &amp; East Coast, Malaysia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138160" y="3200400"/>
            <a:ext cx="2834640" cy="1280160"/>
          </a:xfrm>
          <a:prstGeom prst="roundRect">
            <a:avLst>
              <a:gd name="adj" fmla="val 21429"/>
            </a:avLst>
          </a:prstGeom>
          <a:solidFill>
            <a:srgbClr val="1F9D57"/>
          </a:solidFill>
          <a:ln/>
        </p:spPr>
      </p:sp>
      <p:sp>
        <p:nvSpPr>
          <p:cNvPr id="15" name="Text 10"/>
          <p:cNvSpPr/>
          <p:nvPr/>
        </p:nvSpPr>
        <p:spPr>
          <a:xfrm>
            <a:off x="8138160" y="34015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7088" y="2103120"/>
            <a:ext cx="301752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1089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  ·  Thank You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Hj. Asyraf Fauzi · Authorised Zurich Takaful Specialist · +60 89 003 244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645920" y="576072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A6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Hj. Asyraf Fauzi is an authorised takaful agent representing Zurich Takaful Malaysia Berhad. This presentation is for general information only and does not constitute a contract of takaful. All plans are subject to Zurich Takaful's terms, conditions and Shariah approval. Regulated by Bank Negara Malaysia.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Hj. Asyraf Fauzi — Takaful</dc:title>
  <dc:subject>PptxGenJS Presentation</dc:subject>
  <dc:creator>Ummah Collective</dc:creator>
  <cp:lastModifiedBy>Ummah Collective</cp:lastModifiedBy>
  <cp:revision>1</cp:revision>
  <dcterms:created xsi:type="dcterms:W3CDTF">2026-06-20T22:06:19Z</dcterms:created>
  <dcterms:modified xsi:type="dcterms:W3CDTF">2026-06-20T22:06:19Z</dcterms:modified>
</cp:coreProperties>
</file>